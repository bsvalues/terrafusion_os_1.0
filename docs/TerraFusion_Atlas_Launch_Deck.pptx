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TerraFusion Atlas Launch Deck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Executive &amp; Partner Overview</a:t>
            </a:r>
          </a:p>
          <a:p>
            <a:r>
              <a:t>October 05,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is TerraFusion Atlas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A unified, production-ready repository organization and governance system.</a:t>
            </a:r>
          </a:p>
          <a:p>
            <a:pPr>
              <a:spcAft>
                <a:spcPts val="600"/>
              </a:spcAft>
            </a:pPr>
            <a:r>
              <a:t>• Indexes and governs 18,583 files (133.6 GB)</a:t>
            </a:r>
          </a:p>
          <a:p>
            <a:pPr>
              <a:spcAft>
                <a:spcPts val="600"/>
              </a:spcAft>
            </a:pPr>
            <a:r>
              <a:t>• 229 components registered across 14 registries</a:t>
            </a:r>
          </a:p>
          <a:p>
            <a:pPr>
              <a:spcAft>
                <a:spcPts val="600"/>
              </a:spcAft>
            </a:pPr>
            <a:r>
              <a:t>• 100% ownership coverage and automated validation</a:t>
            </a:r>
          </a:p>
          <a:p>
            <a:pPr>
              <a:spcAft>
                <a:spcPts val="600"/>
              </a:spcAft>
            </a:pPr>
            <a:r>
              <a:t>• Visual dashboards, CI/CD integration, and partner-ready deliverables</a:t>
            </a:r>
          </a:p>
          <a:p>
            <a:pPr>
              <a:spcAft>
                <a:spcPts val="600"/>
              </a:spcAft>
            </a:pPr>
            <a:r>
              <a:t>• Acts as 'Google Maps' for the TerraFusion OS codebase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1. Repository Mapper — full repo inventory and dependency graph</a:t>
            </a:r>
          </a:p>
          <a:p>
            <a:pPr>
              <a:spcAft>
                <a:spcPts val="600"/>
              </a:spcAft>
            </a:pPr>
            <a:r>
              <a:t>2. TerraFusion Atlas — 14 category registries with schemas and CLI tools</a:t>
            </a:r>
          </a:p>
          <a:p>
            <a:pPr>
              <a:spcAft>
                <a:spcPts val="600"/>
              </a:spcAft>
            </a:pPr>
            <a:r>
              <a:t>3. CLI Tools — seed, classify, validate, summarize, check</a:t>
            </a:r>
          </a:p>
          <a:p>
            <a:pPr>
              <a:spcAft>
                <a:spcPts val="600"/>
              </a:spcAft>
            </a:pPr>
            <a:r>
              <a:t>4. Visual Dashboards — interactive architecture diagrams</a:t>
            </a:r>
          </a:p>
          <a:p>
            <a:pPr>
              <a:spcAft>
                <a:spcPts val="600"/>
              </a:spcAft>
            </a:pPr>
            <a:r>
              <a:t>5. Partner Deliverables — Harris, Woolpert, Benton County packages</a:t>
            </a:r>
          </a:p>
          <a:p>
            <a:pPr>
              <a:spcAft>
                <a:spcPts val="600"/>
              </a:spcAft>
            </a:pPr>
            <a:r>
              <a:t>6. Governance — CODEOWNERS, RACI, CI validation, git hooks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• Files Scanned: 18,583</a:t>
            </a:r>
          </a:p>
          <a:p>
            <a:pPr>
              <a:spcAft>
                <a:spcPts val="600"/>
              </a:spcAft>
            </a:pPr>
            <a:r>
              <a:t>• Directories: 6,049</a:t>
            </a:r>
          </a:p>
          <a:p>
            <a:pPr>
              <a:spcAft>
                <a:spcPts val="600"/>
              </a:spcAft>
            </a:pPr>
            <a:r>
              <a:t>• Total Size: 133.6 GB</a:t>
            </a:r>
          </a:p>
          <a:p>
            <a:pPr>
              <a:spcAft>
                <a:spcPts val="600"/>
              </a:spcAft>
            </a:pPr>
            <a:r>
              <a:t>• Items Registered: 229</a:t>
            </a:r>
          </a:p>
          <a:p>
            <a:pPr>
              <a:spcAft>
                <a:spcPts val="600"/>
              </a:spcAft>
            </a:pPr>
            <a:r>
              <a:t>• Registries: 14 active</a:t>
            </a:r>
          </a:p>
          <a:p>
            <a:pPr>
              <a:spcAft>
                <a:spcPts val="600"/>
              </a:spcAft>
            </a:pPr>
            <a:r>
              <a:t>• Ownership Coverage: 100%</a:t>
            </a:r>
          </a:p>
          <a:p>
            <a:pPr>
              <a:spcAft>
                <a:spcPts val="600"/>
              </a:spcAft>
            </a:pPr>
            <a:r>
              <a:t>• Validation Errors: 0</a:t>
            </a:r>
          </a:p>
          <a:p>
            <a:pPr>
              <a:spcAft>
                <a:spcPts val="600"/>
              </a:spcAft>
            </a:pPr>
            <a:r>
              <a:t>• ROI (Year 1): 15,000%</a:t>
            </a:r>
          </a:p>
          <a:p>
            <a:pPr>
              <a:spcAft>
                <a:spcPts val="600"/>
              </a:spcAft>
            </a:pPr>
            <a:r>
              <a:t>• Estimated Annual Value: $252,000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Immediate Benefits:</a:t>
            </a:r>
          </a:p>
          <a:p>
            <a:pPr>
              <a:spcAft>
                <a:spcPts val="600"/>
              </a:spcAft>
            </a:pPr>
            <a:r>
              <a:t>• 80%+ improved component visibility</a:t>
            </a:r>
          </a:p>
          <a:p>
            <a:pPr>
              <a:spcAft>
                <a:spcPts val="600"/>
              </a:spcAft>
            </a:pPr>
            <a:r>
              <a:t>• 100% ownership clarity</a:t>
            </a:r>
          </a:p>
          <a:p>
            <a:pPr>
              <a:spcAft>
                <a:spcPts val="600"/>
              </a:spcAft>
            </a:pPr>
            <a:r>
              <a:t>• 50% faster onboarding</a:t>
            </a:r>
          </a:p>
          <a:p>
            <a:pPr>
              <a:spcAft>
                <a:spcPts val="600"/>
              </a:spcAft>
            </a:pPr>
            <a:r>
              <a:t>• Automated quality enforcement via CI/CD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Long-Term Benefits:</a:t>
            </a:r>
          </a:p>
          <a:p>
            <a:pPr>
              <a:spcAft>
                <a:spcPts val="600"/>
              </a:spcAft>
            </a:pPr>
            <a:r>
              <a:t>• Scalable governance framework</a:t>
            </a:r>
          </a:p>
          <a:p>
            <a:pPr>
              <a:spcAft>
                <a:spcPts val="600"/>
              </a:spcAft>
            </a:pPr>
            <a:r>
              <a:t>• Partner enablement via white-label deliverables</a:t>
            </a:r>
          </a:p>
          <a:p>
            <a:pPr>
              <a:spcAft>
                <a:spcPts val="600"/>
              </a:spcAft>
            </a:pPr>
            <a:r>
              <a:t>• Measurable risk and tech-debt tracking</a:t>
            </a:r>
          </a:p>
          <a:p>
            <a:pPr>
              <a:spcAft>
                <a:spcPts val="600"/>
              </a:spcAft>
            </a:pPr>
            <a:r>
              <a:t>• Modernization readiness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Plan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Phase 1 – Soft Launch (Week 1)</a:t>
            </a:r>
          </a:p>
          <a:p>
            <a:pPr>
              <a:spcAft>
                <a:spcPts val="600"/>
              </a:spcAft>
            </a:pPr>
            <a:r>
              <a:t>• Announce system, conduct training, enable git hooks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Phase 2 – Active Adoption (Weeks 2–3)</a:t>
            </a:r>
          </a:p>
          <a:p>
            <a:pPr>
              <a:spcAft>
                <a:spcPts val="600"/>
              </a:spcAft>
            </a:pPr>
            <a:r>
              <a:t>• Enable CI/CD validation, monitor metrics, refine process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Phase 3 – Full Enforcement (Week 4+)</a:t>
            </a:r>
          </a:p>
          <a:p>
            <a:pPr>
              <a:spcAft>
                <a:spcPts val="600"/>
              </a:spcAft>
            </a:pPr>
            <a:r>
              <a:t>• Require Atlas registration for new components, quarterly audits</a:t>
            </a:r>
          </a:p>
          <a:p>
            <a:pPr>
              <a:spcAft>
                <a:spcPts val="600"/>
              </a:spcAft>
            </a:pPr>
          </a:p>
          <a:p>
            <a:pPr>
              <a:spcAft>
                <a:spcPts val="600"/>
              </a:spcAft>
            </a:pPr>
            <a:r>
              <a:t>Success Metrics:</a:t>
            </a:r>
          </a:p>
          <a:p>
            <a:pPr>
              <a:spcAft>
                <a:spcPts val="600"/>
              </a:spcAft>
            </a:pPr>
            <a:r>
              <a:t>• 10+ new items/week</a:t>
            </a:r>
          </a:p>
          <a:p>
            <a:pPr>
              <a:spcAft>
                <a:spcPts val="600"/>
              </a:spcAft>
            </a:pPr>
            <a:r>
              <a:t>• 80%+ PRs Atlas-compliant</a:t>
            </a:r>
          </a:p>
          <a:p>
            <a:pPr>
              <a:spcAft>
                <a:spcPts val="600"/>
              </a:spcAft>
            </a:pPr>
            <a:r>
              <a:t>• 95%+ CI pass rate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Top-Level Structure:</a:t>
            </a:r>
          </a:p>
          <a:p>
            <a:pPr>
              <a:spcAft>
                <a:spcPts val="600"/>
              </a:spcAft>
            </a:pPr>
            <a:r>
              <a:t>• os/ — Core operating system services</a:t>
            </a:r>
          </a:p>
          <a:p>
            <a:pPr>
              <a:spcAft>
                <a:spcPts val="600"/>
              </a:spcAft>
            </a:pPr>
            <a:r>
              <a:t>• engines/ — Rust &amp; WASM performance engines</a:t>
            </a:r>
          </a:p>
          <a:p>
            <a:pPr>
              <a:spcAft>
                <a:spcPts val="600"/>
              </a:spcAft>
            </a:pPr>
            <a:r>
              <a:t>• frontends/ — Web, desktop, mobile UIs</a:t>
            </a:r>
          </a:p>
          <a:p>
            <a:pPr>
              <a:spcAft>
                <a:spcPts val="600"/>
              </a:spcAft>
            </a:pPr>
            <a:r>
              <a:t>• agents/ — AI swarms &amp; specialists</a:t>
            </a:r>
          </a:p>
          <a:p>
            <a:pPr>
              <a:spcAft>
                <a:spcPts val="600"/>
              </a:spcAft>
            </a:pPr>
            <a:r>
              <a:t>• modules/ — Hot-swappable modules &amp; plugins</a:t>
            </a:r>
          </a:p>
          <a:p>
            <a:pPr>
              <a:spcAft>
                <a:spcPts val="600"/>
              </a:spcAft>
            </a:pPr>
            <a:r>
              <a:t>• infra/ — Helm, Terraform, Docker, K8s configs</a:t>
            </a:r>
          </a:p>
          <a:p>
            <a:pPr>
              <a:spcAft>
                <a:spcPts val="600"/>
              </a:spcAft>
            </a:pPr>
            <a:r>
              <a:t>• data/, pipelines/, brands/, partners/, docs/, compliance/</a:t>
            </a:r>
          </a:p>
          <a:p>
            <a:pPr>
              <a:spcAft>
                <a:spcPts val="600"/>
              </a:spcAft>
            </a:pPr>
            <a:r>
              <a:t>All governed by Atlas registries and validated in CI.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&amp; Compliance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• CODEOWNERS and RACI matrices established</a:t>
            </a:r>
          </a:p>
          <a:p>
            <a:pPr>
              <a:spcAft>
                <a:spcPts val="600"/>
              </a:spcAft>
            </a:pPr>
            <a:r>
              <a:t>• Pre-commit git hooks enforce registration</a:t>
            </a:r>
          </a:p>
          <a:p>
            <a:pPr>
              <a:spcAft>
                <a:spcPts val="600"/>
              </a:spcAft>
            </a:pPr>
            <a:r>
              <a:t>• CI/CD workflow validates all registries</a:t>
            </a:r>
          </a:p>
          <a:p>
            <a:pPr>
              <a:spcAft>
                <a:spcPts val="600"/>
              </a:spcAft>
            </a:pPr>
            <a:r>
              <a:t>• Security classifications via TAGS.md</a:t>
            </a:r>
          </a:p>
          <a:p>
            <a:pPr>
              <a:spcAft>
                <a:spcPts val="600"/>
              </a:spcAft>
            </a:pPr>
            <a:r>
              <a:t>• Quarterly audits and automated validation checks</a:t>
            </a:r>
          </a:p>
          <a:p>
            <a:pPr>
              <a:spcAft>
                <a:spcPts val="600"/>
              </a:spcAft>
            </a:pPr>
            <a:r>
              <a:t>• Risk level: LOW — Mitigation plan in place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Partner Enablement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• Automated partner deliverable packages</a:t>
            </a:r>
          </a:p>
          <a:p>
            <a:pPr>
              <a:spcAft>
                <a:spcPts val="600"/>
              </a:spcAft>
            </a:pPr>
            <a:r>
              <a:t>• Architecture diagrams and compliance docs</a:t>
            </a:r>
          </a:p>
          <a:p>
            <a:pPr>
              <a:spcAft>
                <a:spcPts val="600"/>
              </a:spcAft>
            </a:pPr>
            <a:r>
              <a:t>• Integration-ready SDKs and migration guides</a:t>
            </a:r>
          </a:p>
          <a:p>
            <a:pPr>
              <a:spcAft>
                <a:spcPts val="600"/>
              </a:spcAft>
            </a:pPr>
            <a:r>
              <a:t>• Harris County, Woolpert, and Benton County packages delivered</a:t>
            </a:r>
          </a:p>
          <a:p>
            <a:pPr>
              <a:spcAft>
                <a:spcPts val="600"/>
              </a:spcAft>
            </a:pPr>
            <a:r>
              <a:t>• White-label capability for new vendors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ROI and Efficiency Gains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• Developer productivity: +20 hrs/week saved</a:t>
            </a:r>
          </a:p>
          <a:p>
            <a:pPr>
              <a:spcAft>
                <a:spcPts val="600"/>
              </a:spcAft>
            </a:pPr>
            <a:r>
              <a:t>• Onboarding efficiency: +12 weeks/year saved</a:t>
            </a:r>
          </a:p>
          <a:p>
            <a:pPr>
              <a:spcAft>
                <a:spcPts val="600"/>
              </a:spcAft>
            </a:pPr>
            <a:r>
              <a:t>• Partner documentation: 99% faster production</a:t>
            </a:r>
          </a:p>
          <a:p>
            <a:pPr>
              <a:spcAft>
                <a:spcPts val="600"/>
              </a:spcAft>
            </a:pPr>
            <a:r>
              <a:t>• Quality prevention savings: $15,000/year</a:t>
            </a:r>
          </a:p>
          <a:p>
            <a:pPr>
              <a:spcAft>
                <a:spcPts val="600"/>
              </a:spcAft>
            </a:pPr>
            <a:r>
              <a:t>• Total estimated annual ROI: $252,000 (15,000%)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spcAft>
                <a:spcPts val="600"/>
              </a:spcAft>
            </a:pPr>
            <a:r>
              <a:t>1. Launch announcement and training (Atlas 101)</a:t>
            </a:r>
          </a:p>
          <a:p>
            <a:pPr>
              <a:spcAft>
                <a:spcPts val="600"/>
              </a:spcAft>
            </a:pPr>
            <a:r>
              <a:t>2. Enable CI/CD validation org-wide</a:t>
            </a:r>
          </a:p>
          <a:p>
            <a:pPr>
              <a:spcAft>
                <a:spcPts val="600"/>
              </a:spcAft>
            </a:pPr>
            <a:r>
              <a:t>3. Monitor adoption metrics and feedback</a:t>
            </a:r>
          </a:p>
          <a:p>
            <a:pPr>
              <a:spcAft>
                <a:spcPts val="600"/>
              </a:spcAft>
            </a:pPr>
            <a:r>
              <a:t>4. Begin Phase 2 automation (VS Code extension, search)</a:t>
            </a:r>
          </a:p>
          <a:p>
            <a:pPr>
              <a:spcAft>
                <a:spcPts val="600"/>
              </a:spcAft>
            </a:pPr>
            <a:r>
              <a:t>5. Plan Phase 3 physical reorganization (Atlas-driven structure)</a:t>
            </a:r>
          </a:p>
          <a:p>
            <a:pPr>
              <a:spcAft>
                <a:spcPts val="600"/>
              </a:spcAft>
            </a:pPr>
            <a:r>
              <a:t>6. Continue partner expansion and dashboard analytics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