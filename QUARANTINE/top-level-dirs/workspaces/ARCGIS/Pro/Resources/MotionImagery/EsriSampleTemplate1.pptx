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Lee" initials="AL" lastIdx="0" clrIdx="0">
    <p:extLst>
      <p:ext uri="{19B8F6BF-5375-455C-9EA6-DF929625EA0E}">
        <p15:presenceInfo xmlns:p15="http://schemas.microsoft.com/office/powerpoint/2012/main" userId="S-1-5-21-2060139532-2050374463-2073913816-2711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5DA4-D098-458B-9F14-FC960E6DC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BD2FE-1661-46FF-9D72-0312FEC9F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B4B67-645E-4222-B63D-B696E252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4F25B-A0EE-4CA4-A8D5-C97F7A4D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2A9AE-BFCD-400A-9FF9-50676C3F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26CD-2D27-4B87-867F-7576EED2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7687-A4B7-4A4A-9AC1-65CBB1D5E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C4C4A-22F4-4414-8954-63E8C544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C24DD-F720-4EE1-9329-B9CDE6C1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033F8-CEBE-4690-BC0F-47A2547E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7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E148-76B6-4A74-A2A6-E8F4150D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547A1-3342-4B5F-9B58-05A0E15C7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1A872-06A8-4365-8628-89D75AAA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0BFAC-CCBE-4FBD-B120-81B301E9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B0E8-EF0F-4EB8-9773-D9E219E1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7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8387-5771-44A6-A5D8-C848D367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6D08-54D7-4DB3-A394-AF18292AB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601D-2E4F-4F40-A0B0-7863D3BDB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FB182-2CD2-495F-BEB8-28FF593E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0DCF1-A6B1-4C6D-963B-CCCF0DFD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FF489-3318-4E51-BCD3-72903921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9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5434-118D-4647-9283-E6C46035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F1117-87CD-4C80-87BC-706E9965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B48B8-34C5-41E9-94F4-3707ED808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D5920-420A-4BE7-B43A-C99F917BF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38FCE-BF16-4E7F-A60E-E7D022397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4B42C-93F6-415E-9034-276CC391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5466F3-5ABE-457A-A75B-9280C86E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D7D91-5448-40DD-93DD-4711E7BA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2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0A64-7F1B-4ECE-BD17-2D611F83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AEBFF-80A7-433B-B5B7-4FDBF2C8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61EE1-22A7-4381-8229-1B91B6A0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FB8BD-F53C-4506-88F7-00893FD4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7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23F264-F3B6-446D-926E-1C050FFF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D9C25-30AB-4FBA-8D53-51B95708F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6E8A8-3EA1-4BF1-9C9F-03EE00F8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6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1094-DBD9-4B3D-802F-38658CAC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96B7-64B9-4F5A-95B3-C946B2F5B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F689E-C6BF-49FC-836D-9B2A74D2C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C66E0-44D4-424B-A506-66FAC312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5BE56-7E65-4F3A-A717-60125664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94FFE-8353-489E-81C9-21A8CA08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2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26EE-3357-47BD-8B2C-74B5CA94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81E0-6B98-4F3F-81AD-A6C2CAFD7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2A724-DFEC-4665-946C-1FFB7898E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82F2E-BDF3-46A6-A170-FC4DD9CE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9B54A-FD83-49E6-8714-A2356787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465F9-C676-40FD-AE30-A599F7693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0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40B3-FBAA-403D-972F-87D0C0C2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04E85-A40A-4CE4-BD5B-9C4F152B5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A48EB-684B-4C04-8A44-02C333F6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125CD-6C6D-44BC-8177-DA7887F2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65543-036D-4CD5-B6C0-CC3187A2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6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8A799-DFCE-4890-BC94-DD9BD408A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11131-3444-4D24-A0B5-A78625B18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65437-D757-40D2-A2B9-8F7BC67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59FC8-F629-4CC6-A98D-6146B398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4A1-80DA-47CE-A0C7-2D4ED439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2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99D53-922F-487F-B7B6-946076F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F5B6-B79E-48A1-9FAC-2FBC347F9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9B66A-6B29-459C-AA21-F766774DD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43C2-4B90-4A7F-BEE8-10A646C1F54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17785-B0BB-41E3-8F16-3425CBB61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7835D-2EC1-440E-9910-DA2E2527A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40AFB-1D26-4049-903C-74A94B7E0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2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Esri.Fmv.Image.Frame=Zoom+Graphics+Enhancement">
            <a:extLst>
              <a:ext uri="{FF2B5EF4-FFF2-40B4-BE49-F238E27FC236}">
                <a16:creationId xmlns:a16="http://schemas.microsoft.com/office/drawing/2014/main" id="{7EE9A24E-9CE7-4C47-BC2A-E14C93AAE7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" r="7082" b="2"/>
          <a:stretch/>
        </p:blipFill>
        <p:spPr>
          <a:xfrm>
            <a:off x="321732" y="1274905"/>
            <a:ext cx="5728548" cy="5245347"/>
          </a:xfrm>
          <a:prstGeom prst="rect">
            <a:avLst/>
          </a:prstGeom>
        </p:spPr>
      </p:pic>
      <p:pic>
        <p:nvPicPr>
          <p:cNvPr id="7" name="Picture 6" descr="Esri.Fmv.Image.Map=SensorView">
            <a:extLst>
              <a:ext uri="{FF2B5EF4-FFF2-40B4-BE49-F238E27FC236}">
                <a16:creationId xmlns:a16="http://schemas.microsoft.com/office/drawing/2014/main" id="{D7E8D18A-8203-4085-9EA8-DF87F4EDF4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0" r="2" b="2"/>
          <a:stretch/>
        </p:blipFill>
        <p:spPr>
          <a:xfrm>
            <a:off x="6141721" y="1274905"/>
            <a:ext cx="5728547" cy="5245347"/>
          </a:xfrm>
          <a:prstGeom prst="rect">
            <a:avLst/>
          </a:prstGeom>
        </p:spPr>
      </p:pic>
      <p:sp>
        <p:nvSpPr>
          <p:cNvPr id="4" name="TextBox 3" descr="Esri.Fmv.Metadata">
            <a:extLst>
              <a:ext uri="{FF2B5EF4-FFF2-40B4-BE49-F238E27FC236}">
                <a16:creationId xmlns:a16="http://schemas.microsoft.com/office/drawing/2014/main" id="{FFD6FBB4-99CB-4A08-8760-64B905B875E2}"/>
              </a:ext>
            </a:extLst>
          </p:cNvPr>
          <p:cNvSpPr txBox="1"/>
          <p:nvPr/>
        </p:nvSpPr>
        <p:spPr>
          <a:xfrm>
            <a:off x="321731" y="736920"/>
            <a:ext cx="1427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C00000"/>
                </a:solidFill>
              </a:rPr>
              <a:t>{Slant Range}</a:t>
            </a:r>
          </a:p>
        </p:txBody>
      </p:sp>
      <p:sp>
        <p:nvSpPr>
          <p:cNvPr id="5" name="TextBox 4" descr="Esri.Fmv.Metadata">
            <a:extLst>
              <a:ext uri="{FF2B5EF4-FFF2-40B4-BE49-F238E27FC236}">
                <a16:creationId xmlns:a16="http://schemas.microsoft.com/office/drawing/2014/main" id="{C91D1749-3327-4809-9A15-50F5D0E7879A}"/>
              </a:ext>
            </a:extLst>
          </p:cNvPr>
          <p:cNvSpPr txBox="1"/>
          <p:nvPr/>
        </p:nvSpPr>
        <p:spPr>
          <a:xfrm>
            <a:off x="10005399" y="137069"/>
            <a:ext cx="18648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400" dirty="0">
                <a:solidFill>
                  <a:schemeClr val="accent6"/>
                </a:solidFill>
              </a:rPr>
              <a:t>{Precision Time Stamp}</a:t>
            </a:r>
          </a:p>
          <a:p>
            <a:pPr algn="r">
              <a:spcAft>
                <a:spcPts val="600"/>
              </a:spcAft>
            </a:pPr>
            <a:r>
              <a:rPr lang="en-US" sz="1400" dirty="0">
                <a:solidFill>
                  <a:schemeClr val="accent6"/>
                </a:solidFill>
              </a:rPr>
              <a:t>{</a:t>
            </a:r>
            <a:r>
              <a:rPr lang="en-US" sz="1400" dirty="0" err="1">
                <a:solidFill>
                  <a:schemeClr val="accent6"/>
                </a:solidFill>
              </a:rPr>
              <a:t>FrameCenter:Geo</a:t>
            </a:r>
            <a:r>
              <a:rPr lang="en-US" sz="1400" dirty="0">
                <a:solidFill>
                  <a:schemeClr val="accent6"/>
                </a:solidFill>
              </a:rPr>
              <a:t>}</a:t>
            </a:r>
          </a:p>
        </p:txBody>
      </p:sp>
      <p:sp>
        <p:nvSpPr>
          <p:cNvPr id="12" name="Rectangle 11" descr="Esri.Fmv.Metadata">
            <a:extLst>
              <a:ext uri="{FF2B5EF4-FFF2-40B4-BE49-F238E27FC236}">
                <a16:creationId xmlns:a16="http://schemas.microsoft.com/office/drawing/2014/main" id="{EE3C3A39-B909-47F2-9061-BF28D5F8D727}"/>
              </a:ext>
            </a:extLst>
          </p:cNvPr>
          <p:cNvSpPr/>
          <p:nvPr/>
        </p:nvSpPr>
        <p:spPr>
          <a:xfrm>
            <a:off x="321731" y="137069"/>
            <a:ext cx="16802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{Mission ID}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DBE50-D024-4106-AAD6-0B91ED0501AE}"/>
              </a:ext>
            </a:extLst>
          </p:cNvPr>
          <p:cNvSpPr txBox="1"/>
          <p:nvPr/>
        </p:nvSpPr>
        <p:spPr>
          <a:xfrm>
            <a:off x="10354212" y="6581001"/>
            <a:ext cx="1516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Esri</a:t>
            </a:r>
            <a:r>
              <a:rPr lang="en-US" sz="1200" dirty="0"/>
              <a:t> Sample Template</a:t>
            </a:r>
          </a:p>
        </p:txBody>
      </p:sp>
      <p:sp>
        <p:nvSpPr>
          <p:cNvPr id="2" name="TextBox 1" descr="Esri.Fmv.Metadata">
            <a:extLst>
              <a:ext uri="{FF2B5EF4-FFF2-40B4-BE49-F238E27FC236}">
                <a16:creationId xmlns:a16="http://schemas.microsoft.com/office/drawing/2014/main" id="{650BDA7C-9DE9-466C-83AE-CBEA62FAE910}"/>
              </a:ext>
            </a:extLst>
          </p:cNvPr>
          <p:cNvSpPr txBox="1"/>
          <p:nvPr/>
        </p:nvSpPr>
        <p:spPr>
          <a:xfrm>
            <a:off x="3462845" y="0"/>
            <a:ext cx="445564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Data1 = {Mission ID}</a:t>
            </a:r>
          </a:p>
          <a:p>
            <a:r>
              <a:rPr lang="en-US" sz="1600" dirty="0"/>
              <a:t>Data2 = {Precision Time </a:t>
            </a:r>
            <a:r>
              <a:rPr lang="en-US" sz="1600" dirty="0" err="1"/>
              <a:t>Stamp:Date</a:t>
            </a:r>
            <a:r>
              <a:rPr lang="en-US" sz="1600" dirty="0"/>
              <a:t>(</a:t>
            </a:r>
            <a:r>
              <a:rPr lang="en-US" sz="1600" dirty="0" err="1"/>
              <a:t>yyyy</a:t>
            </a:r>
            <a:r>
              <a:rPr lang="en-US" sz="1600" dirty="0"/>
              <a:t>/MM/dd)}</a:t>
            </a:r>
          </a:p>
          <a:p>
            <a:r>
              <a:rPr lang="en-US" sz="1600" dirty="0"/>
              <a:t>Data3 = {Slant </a:t>
            </a:r>
            <a:r>
              <a:rPr lang="en-US" sz="1600" dirty="0" err="1"/>
              <a:t>Range:Float</a:t>
            </a:r>
            <a:r>
              <a:rPr lang="en-US" sz="1600" dirty="0"/>
              <a:t>(4)}</a:t>
            </a:r>
          </a:p>
          <a:p>
            <a:r>
              <a:rPr lang="en-US" sz="1600" dirty="0"/>
              <a:t>Data4 = {</a:t>
            </a:r>
            <a:r>
              <a:rPr lang="en-US" sz="1600" dirty="0" err="1"/>
              <a:t>FrameCenter:Geo</a:t>
            </a:r>
            <a:r>
              <a:rPr lang="en-US" sz="1600" dirty="0"/>
              <a:t>(MGRS)}</a:t>
            </a:r>
          </a:p>
          <a:p>
            <a:r>
              <a:rPr lang="en-US" sz="1600" dirty="0"/>
              <a:t>Data5 = {</a:t>
            </a:r>
            <a:r>
              <a:rPr lang="en-US" sz="1600" dirty="0" err="1"/>
              <a:t>PlatformPosition:Geo</a:t>
            </a:r>
            <a:r>
              <a:rPr lang="en-US" sz="1600" dirty="0"/>
              <a:t>(UTM)}</a:t>
            </a:r>
          </a:p>
        </p:txBody>
      </p:sp>
    </p:spTree>
    <p:extLst>
      <p:ext uri="{BB962C8B-B14F-4D97-AF65-F5344CB8AC3E}">
        <p14:creationId xmlns:p14="http://schemas.microsoft.com/office/powerpoint/2010/main" val="128980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sri.Fmv.Image.Frame=Full">
            <a:extLst>
              <a:ext uri="{FF2B5EF4-FFF2-40B4-BE49-F238E27FC236}">
                <a16:creationId xmlns:a16="http://schemas.microsoft.com/office/drawing/2014/main" id="{4E6596A7-07E0-45D1-9F8E-0630B3C903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" r="7082" b="2"/>
          <a:stretch/>
        </p:blipFill>
        <p:spPr>
          <a:xfrm>
            <a:off x="-1" y="0"/>
            <a:ext cx="12192001" cy="685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1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sri.Fmv.Image.Map=MapView">
            <a:extLst>
              <a:ext uri="{FF2B5EF4-FFF2-40B4-BE49-F238E27FC236}">
                <a16:creationId xmlns:a16="http://schemas.microsoft.com/office/drawing/2014/main" id="{C38E66C8-BB39-40E4-BF06-6853F0BBD6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0" r="2" b="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8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FD5C500-8C2A-4F13-8590-06434FE37261}" vid="{C8D5F274-CC99-4BAF-8E17-3690C5F61A4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16141F6A33AE408F4ED132AB5D1AED" ma:contentTypeVersion="6" ma:contentTypeDescription="Create a new document." ma:contentTypeScope="" ma:versionID="b17dc124951462dc63b5d5a4b114f584">
  <xsd:schema xmlns:xsd="http://www.w3.org/2001/XMLSchema" xmlns:xs="http://www.w3.org/2001/XMLSchema" xmlns:p="http://schemas.microsoft.com/office/2006/metadata/properties" xmlns:ns3="2ca0da77-8bee-424e-8e2d-ec6f5504d51a" xmlns:ns4="a6d8a4db-5a4f-497a-9a6a-d2c6467e53be" targetNamespace="http://schemas.microsoft.com/office/2006/metadata/properties" ma:root="true" ma:fieldsID="7efa09636d9d86a5afb03c26cf7afa38" ns3:_="" ns4:_="">
    <xsd:import namespace="2ca0da77-8bee-424e-8e2d-ec6f5504d51a"/>
    <xsd:import namespace="a6d8a4db-5a4f-497a-9a6a-d2c6467e53b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a0da77-8bee-424e-8e2d-ec6f5504d51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8a4db-5a4f-497a-9a6a-d2c6467e53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5EE7A1-08A3-406C-9CB1-AB91B8CEDB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E67D01-8318-43C6-8BC6-142D714E18A9}">
  <ds:schemaRefs>
    <ds:schemaRef ds:uri="http://purl.org/dc/elements/1.1/"/>
    <ds:schemaRef ds:uri="http://schemas.microsoft.com/office/2006/metadata/properties"/>
    <ds:schemaRef ds:uri="2ca0da77-8bee-424e-8e2d-ec6f5504d51a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a6d8a4db-5a4f-497a-9a6a-d2c6467e53be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FF0BA6-528B-4BDA-AF39-0D2ED08D6B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a0da77-8bee-424e-8e2d-ec6f5504d51a"/>
    <ds:schemaRef ds:uri="a6d8a4db-5a4f-497a-9a6a-d2c6467e5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70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Lee</dc:creator>
  <cp:lastModifiedBy>Zack Haubach</cp:lastModifiedBy>
  <cp:revision>31</cp:revision>
  <dcterms:created xsi:type="dcterms:W3CDTF">2020-01-14T05:38:56Z</dcterms:created>
  <dcterms:modified xsi:type="dcterms:W3CDTF">2024-08-30T20:34:18Z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0x0101005316141F6A33AE408F4ED132AB5D1AED</vt:lpwstr>
  </property>
</Properties>
</file>